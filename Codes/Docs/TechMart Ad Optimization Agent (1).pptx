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672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usman" userId="5ad6050274df7106" providerId="LiveId" clId="{4C7EE355-4252-497F-BE8A-62CE118EFAE0}"/>
    <pc:docChg chg="delSld">
      <pc:chgData name="muhammad usman" userId="5ad6050274df7106" providerId="LiveId" clId="{4C7EE355-4252-497F-BE8A-62CE118EFAE0}" dt="2026-05-23T08:33:37.069" v="0" actId="2696"/>
      <pc:docMkLst>
        <pc:docMk/>
      </pc:docMkLst>
      <pc:sldChg chg="del">
        <pc:chgData name="muhammad usman" userId="5ad6050274df7106" providerId="LiveId" clId="{4C7EE355-4252-497F-BE8A-62CE118EFAE0}" dt="2026-05-23T08:33:37.069" v="0" actId="2696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FD6B3-7FBF-4CD5-BB16-C7AC87A67B5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AAE96-045E-4F20-B0E8-A1CD8F14B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90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AAE96-045E-4F20-B0E8-A1CD8F14BC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14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E95FD18-2963-431F-A4F6-7197767A4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09250" y="2378075"/>
            <a:ext cx="8382000" cy="6210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30413" y="0"/>
            <a:ext cx="20104100" cy="11309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50CA8F-6A40-76CB-7C53-791E5AC73B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9651" y="701675"/>
            <a:ext cx="10058400" cy="947760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</Words>
  <Application>Microsoft Office PowerPoint</Application>
  <PresentationFormat>Custom</PresentationFormat>
  <Paragraphs>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muhammad usman</cp:lastModifiedBy>
  <cp:revision>1</cp:revision>
  <dcterms:created xsi:type="dcterms:W3CDTF">2026-05-05T06:17:56Z</dcterms:created>
  <dcterms:modified xsi:type="dcterms:W3CDTF">2026-05-23T08:33:40Z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LastSaved">
    <vt:filetime>2026-05-05T00:00:00Z</vt:filetime>
  </property>
  <property fmtid="{D5CDD505-2E9C-101B-9397-08002B2CF9AE}" pid="4" name="Producer">
    <vt:lpwstr>3-Heights(TM) PDF Security Shell 4.8.25.2 (http://www.pdf-tools.com)</vt:lpwstr>
  </property>
</Properties>
</file>